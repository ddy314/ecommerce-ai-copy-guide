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ns2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7070" cy="6858000" type="screen4x3"/>
  <p:notesSz cx="6858000" cy="9144000"/>
  <p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printerSettings" Target="printerSettings/printerSettings1.bin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Relationship Id="rId36" Type="http://schemas.openxmlformats.org/officeDocument/2006/relationships/slide" Target="slides/slide30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png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.png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3.png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4.png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5.png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6.png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7.png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8.png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9.png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0.png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1.png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2.png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3.png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4.png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5.png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6.png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7.png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8.png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9.png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0.png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1.png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2.png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3.png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4.png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5.png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6.png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7.png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8.png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9.png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30.png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07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Macintosh PowerPoint</ns0:Application>
  <ns0:PresentationFormat>On-screen Show (4:3)</ns0:PresentationFormat>
  <ns0:Paragraphs>0</ns0:Paragraphs>
  <ns0:Slides>30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14.0000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